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2026年中国AI中转站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Token业务可行性调研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法律风险 · 利润模型 · 市场窗口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320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深度调研报告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三重合规障碍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电信经营许可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在线提供 API 中转须 ICP/EDI 等增值电信许可；无证且达入罪标准可能构成非法经营罪。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AI 备案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205740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面向公众服务须算法备案；OpenAI/Anthropic 等海外模型未备案，中转站无法走通完整合规路径。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5603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45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数据出境评估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2200" y="205740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用户请求含个人信息或商业秘密，路由境外构成数据出境，达规模须安全评估或标准合同。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20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政策法律风险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刑事风险已兑现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9728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2026年5月上海首例：站长涉嫌非法经营被刑拘37天，后取保候审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模式：反向代理 + 账号池，低价转售境外模型 API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还可能触犯侵犯公民个人信息罪、非法利用信息网络罪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境外平台 ToS 禁止转售，但跨国司法追责概率低，技术封禁更常见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7320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信源：AI犯罪案例分析 · 21世纪经济报道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盈利规模与毛利分化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29840" cy="1645920"/>
          </a:xfrm>
          <a:prstGeom prst="roundRect">
            <a:avLst>
              <a:gd name="adj" fmla="val 4444"/>
            </a:avLst>
          </a:prstGeom>
          <a:solidFill>
            <a:srgbClr val="E8E4DC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252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头部项目月流水（峰值）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7080" y="1645920"/>
            <a:ext cx="2529840" cy="1645920"/>
          </a:xfrm>
          <a:prstGeom prst="roundRect">
            <a:avLst>
              <a:gd name="adj" fmla="val 4444"/>
            </a:avLst>
          </a:prstGeom>
          <a:solidFill>
            <a:srgbClr val="E8E4DC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7080" y="1874520"/>
            <a:ext cx="252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&gt;50%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98520" y="269748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灰色作坊毛利率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5520" y="1645920"/>
            <a:ext cx="2529840" cy="1645920"/>
          </a:xfrm>
          <a:prstGeom prst="roundRect">
            <a:avLst>
              <a:gd name="adj" fmla="val 4444"/>
            </a:avLst>
          </a:prstGeom>
          <a:solidFill>
            <a:srgbClr val="E8E4DC"/>
          </a:solidFill>
          <a:ln w="6350">
            <a:solidFill>
              <a:srgbClr val="D4D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5520" y="1874520"/>
            <a:ext cx="252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56960" y="269748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正规中转站毛利率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7320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 · 2025行业报告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灰色入局法律风险极高，合规路径结构性不可行；个人与小团队窗口已基本关闭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7320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Q&amp;A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2026年中国AI中转站Token业务可行性深度调研报告</dc:title>
  <dc:subject>PptxGenJS Presentation</dc:subject>
  <dc:creator>OSINT Tools</dc:creator>
  <cp:lastModifiedBy>OSINT Tools</cp:lastModifiedBy>
  <cp:revision>1</cp:revision>
  <dcterms:created xsi:type="dcterms:W3CDTF">2026-05-31T16:19:49Z</dcterms:created>
  <dcterms:modified xsi:type="dcterms:W3CDTF">2026-05-31T16:19:49Z</dcterms:modified>
</cp:coreProperties>
</file>