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正规批发零售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正规批发零售</c:v>
                  </c:pt>
                  <c:pt idx="1">
                    <c:v>灰色号池套利</c:v>
                  </c:pt>
                  <c:pt idx="2">
                    <c:v>欺诈/替换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灰色号池套利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正规批发零售</c:v>
                  </c:pt>
                  <c:pt idx="1">
                    <c:v>灰色号池套利</c:v>
                  </c:pt>
                  <c:pt idx="2">
                    <c:v>欺诈/替换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欺诈/替换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正规批发零售</c:v>
                  </c:pt>
                  <c:pt idx="1">
                    <c:v>灰色号池套利</c:v>
                  </c:pt>
                  <c:pt idx="2">
                    <c:v>欺诈/替换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2026年中国AI中转站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Token业务可行性调研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从野蛮生长到合规洗牌——法律、商业与竞争的三重挤压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· 深度调研报告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调研摘要与核心结论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政策法律：三重合规障碍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利润模型：暴利与灰色根基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市场竞争：大玩家入场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三条路径与最终判断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0" y="914400"/>
            <a:ext cx="329184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0" y="118872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92+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60720" y="1810512"/>
            <a:ext cx="2743200" cy="362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同类产品运营中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22250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37天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760720" y="2846832"/>
            <a:ext cx="2743200" cy="362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上海首例刑拘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326136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1/10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760720" y="3883152"/>
            <a:ext cx="2743200" cy="362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国产模型相对GPT价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· md/ai-relay-station-report.md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36576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已基本关闭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91440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灰色入局：法律风险极高，刑事红线已兑现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合规运营：海外模型无法备案，结构性不可能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商业层面：国产降价+大玩家补贴，套利窗口收窄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对个人与小团队：已无「搞头」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调研摘要 · 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三重合规障碍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127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243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电信经营许可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24384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须ICP/EDI等增值电信许可；无证达标准可构成非法经营罪。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15640" y="960120"/>
            <a:ext cx="27127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20" y="11430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2800" y="1554480"/>
            <a:ext cx="243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生成式AI备案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52800" y="1965960"/>
            <a:ext cx="24384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OpenAI/Anthropic未在华备案，中转站无法取得完整合规身份。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11240" y="960120"/>
            <a:ext cx="27127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20" y="11430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8400" y="1554480"/>
            <a:ext cx="243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数据出境评估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248400" y="1965960"/>
            <a:ext cx="24384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用户请求含个人信息，路由境外须履行安全评估或标准合同。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· 上海首例站长刑拘37天（非法经营罪）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政策法律风险 · 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商业模式与毛利率对比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4360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500万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943600" y="1828800"/>
            <a:ext cx="2743200" cy="37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头部月流水（估）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2255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50%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943600" y="2895600"/>
            <a:ext cx="2743200" cy="37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灰色站毛利率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3322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&lt;20%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943600" y="3962400"/>
            <a:ext cx="2743200" cy="37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正规站毛利率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暴利建立在模型替换、Token虚报、数据倒卖之上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利润模型 · 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六大灰色套利手段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订阅-API差价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200美元月租账号可拆分套利至2000-5000美元。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0060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模型替换注水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00600" y="1874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逾四成端点指纹验证失败，表现偏差最高47%。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" y="3520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Token虚报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2920" y="3931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部分网关实际收费比预期高出62.8%。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089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00600" y="3520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数据转卖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800600" y="3931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对话/代码/推理过程打包售予模型厂商训练。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套利手段 · 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2026年5月：大玩家密集入局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2286000"/>
            <a:ext cx="81381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5870" y="217627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2125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5/1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20345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孙宇晨 B.AI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639312"/>
            <a:ext cx="2034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区块链登录·USDT支付·零KYC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71850" y="21762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6020" y="1188720"/>
            <a:ext cx="2125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5/初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91740" y="3017520"/>
            <a:ext cx="20345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傅盛 EasyRouter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91740" y="3639312"/>
            <a:ext cx="2034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8.5折·40+模型·渠道折扣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97830" y="2176272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88720"/>
            <a:ext cx="2125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5/5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20345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Trump WLFI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639312"/>
            <a:ext cx="2034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WorldRouter·9999美元套餐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23810" y="21762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7980" y="1188720"/>
            <a:ext cx="2125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持续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43700" y="3017520"/>
            <a:ext cx="20345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国产替代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3700" y="3639312"/>
            <a:ext cx="2034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DeepSeek等为GPT 1/10价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 · 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三条路径均前景黯淡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27432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41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纯灰色运营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高暴利高刑事风险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上海首例已立案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监管进入主动执法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收益被风险吞噬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41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合规化运营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备案结构性不可能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毛利率不足20%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合规成本进一步压缩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劣币驱逐良币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868680"/>
            <a:ext cx="2743200" cy="3977640"/>
          </a:xfrm>
          <a:prstGeom prst="rect">
            <a:avLst/>
          </a:prstGeom>
          <a:solidFill>
            <a:srgbClr val="F0F7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868680"/>
            <a:ext cx="27432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941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转型方向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国产Token出海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企业私有化部署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退出大陆转海外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仍面临海外合规竞争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路径评估 · 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45920"/>
            <a:ext cx="109728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463040"/>
            <a:ext cx="74980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现行框架下，基本无法取得完整的合规身份。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麻策 · 浙江垦丁律师事务所 · 21世纪经济报道专访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7498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混乱近三个月的市场已现降温：多家关闭支付、名人平台强调不面向大陆用户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对个人与小团队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「零成本暴富」窗口已结束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报告完成：2026年5月29日 · 调研周期 2025.5–2026.5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2026年中国AI中转站Token业务可行性深度调研</dc:title>
  <dc:subject>PptxGenJS Presentation</dc:subject>
  <dc:creator>OSINT Tools Studio</dc:creator>
  <cp:lastModifiedBy>OSINT Tools Studio</cp:lastModifiedBy>
  <cp:revision>1</cp:revision>
  <dcterms:created xsi:type="dcterms:W3CDTF">2026-05-31T15:31:38Z</dcterms:created>
  <dcterms:modified xsi:type="dcterms:W3CDTF">2026-05-31T15:31:38Z</dcterms:modified>
</cp:coreProperties>
</file>