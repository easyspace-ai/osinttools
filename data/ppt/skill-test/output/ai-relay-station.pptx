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· TOKEN RESALE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768102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4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中国 AI 中转站 Token 业务深度调研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72493"/>
            <a:ext cx="8290661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从野蛮生长到合规洗牌——法律、商业与竞争的三重挤压。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731764"/>
            <a:ext cx="829066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 · md/ai-relay-station-report.md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·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768102"/>
            <a:ext cx="8128099" cy="76200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72902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400"/>
              </a:spcAft>
              <a:buNone/>
            </a:pPr>
            <a:r>
              <a:rPr lang="en-US" sz="3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灰色入局风险极高，合规窗口已基本关闭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677293"/>
            <a:ext cx="829066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头部月流水可达 500 万、毛利率 50% 建立在模型替换、Token 虚报与数据倒卖之上；正规经营毛利率普遍不足 20%。国产模型价格仅为 GPT 的 1/10，大玩家入场后个人与小团队套利窗口已关闭。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LEGAL ·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768102"/>
            <a:ext cx="829066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三重合规障碍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255663"/>
            <a:ext cx="3937099" cy="1334393"/>
          </a:xfrm>
          <a:prstGeom prst="rect">
            <a:avLst/>
          </a:prstGeom>
          <a:solidFill>
            <a:srgbClr val="F0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51" y="1433364"/>
            <a:ext cx="36533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电信经营许可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651" y="1795314"/>
            <a:ext cx="36533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须取得 ICP/EDI；无证经营可构成非法经营罪。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717006"/>
            <a:ext cx="3937099" cy="1076623"/>
          </a:xfrm>
          <a:prstGeom prst="rect">
            <a:avLst/>
          </a:prstGeom>
          <a:solidFill>
            <a:srgbClr val="F0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2894707"/>
            <a:ext cx="36533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生成式 AI 备案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651" y="3256657"/>
            <a:ext cx="3653332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海外模型未备案，中转站无法走通备案程序。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8950" y="1255663"/>
            <a:ext cx="3937099" cy="1334393"/>
          </a:xfrm>
          <a:prstGeom prst="rect">
            <a:avLst/>
          </a:prstGeom>
          <a:solidFill>
            <a:srgbClr val="F0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6651" y="1433364"/>
            <a:ext cx="36533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数据出境评估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76651" y="1795314"/>
            <a:ext cx="36533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用户请求路由境外构成数据出境，须履行评估。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8950" y="2717006"/>
            <a:ext cx="3937099" cy="1334393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6651" y="2894707"/>
            <a:ext cx="36533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上海首例刑拘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6651" y="3256657"/>
            <a:ext cx="36533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5 月站长被刑拘 37 天，刑事风险已兑现。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MODEL ·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768102"/>
            <a:ext cx="829066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暴利表象下的灰色根基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255663"/>
            <a:ext cx="40158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正规档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617613"/>
            <a:ext cx="401584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企业批量采购转零售；毛利率不足 20%，合规成本高，无法与灰色低价竞争。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1101" y="2234654"/>
            <a:ext cx="3733949" cy="57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对公发票与资质投入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劣币驱逐良币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8950" y="1255663"/>
            <a:ext cx="40158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灰色档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8950" y="1617613"/>
            <a:ext cx="401584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号池套利、模型替换；200 美元账号可拆分套利至 2000–5000 美元，毛利率常超 50%。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02101" y="2234654"/>
            <a:ext cx="3733949" cy="57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订阅-API 差价套利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虚报与数据倒卖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·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768102"/>
            <a:ext cx="829066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关键数字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7950" y="2133749"/>
            <a:ext cx="81280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489025"/>
            <a:ext cx="96790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60029" y="1306264"/>
            <a:ext cx="18635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月流水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60029" y="1668214"/>
            <a:ext cx="1863554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头部项目毛利率约 50%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950" y="3067496"/>
            <a:ext cx="81280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950" y="2422773"/>
            <a:ext cx="705892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03152" y="2240012"/>
            <a:ext cx="208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国产模型价格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03152" y="2601962"/>
            <a:ext cx="2082609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仅为 GPT 1/10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950" y="4001244"/>
            <a:ext cx="81280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950" y="3356521"/>
            <a:ext cx="61526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14301" y="3173760"/>
            <a:ext cx="18087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同类产品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14301" y="3535710"/>
            <a:ext cx="1808753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TokenNav 统计 92+ 个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·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768102"/>
            <a:ext cx="829066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5 月 · 名人资本密集入局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1101" y="1255663"/>
            <a:ext cx="7924949" cy="161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05.01</a:t>
            </a:r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孙宇晨 B.AI — 区块链登录、USDT 支付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05.01</a:t>
            </a:r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傅盛 EasyRouter — 40+ 模型、8.5 折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05.05</a:t>
            </a:r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Trump WLFI WorldRouter — 最高 9999 USD 套餐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</a:t>
            </a:r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API 33k stars — 技术壁垒消失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</a:t>
            </a:r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国产模型 Token 调用量超过美国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3026569"/>
            <a:ext cx="8290661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竞争焦点：稳定性 · 工程成熟度 · 真实成本控制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VALUE ·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768102"/>
            <a:ext cx="829066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三条路径均前景黯淡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255663"/>
            <a:ext cx="8128099" cy="1076623"/>
          </a:xfrm>
          <a:prstGeom prst="rect">
            <a:avLst/>
          </a:prstGeom>
          <a:solidFill>
            <a:srgbClr val="F0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51" y="1433364"/>
            <a:ext cx="79281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纯灰色运营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651" y="1795314"/>
            <a:ext cx="7928152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高暴利、高刑事风险；监管进入主动执法，预期收益被风险吞噬。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459236"/>
            <a:ext cx="8128099" cy="1076623"/>
          </a:xfrm>
          <a:prstGeom prst="rect">
            <a:avLst/>
          </a:prstGeom>
          <a:solidFill>
            <a:srgbClr val="F0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2636937"/>
            <a:ext cx="79281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合规化运营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651" y="2998887"/>
            <a:ext cx="7928152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备案结构性不可能；合规成本压缩本已微薄的 20% 毛利。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3662809"/>
            <a:ext cx="8128099" cy="1076623"/>
          </a:xfrm>
          <a:prstGeom prst="rect">
            <a:avLst/>
          </a:prstGeom>
          <a:solidFill>
            <a:srgbClr val="F0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3840510"/>
            <a:ext cx="79281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转型出海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651" y="4202460"/>
            <a:ext cx="7928152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 Token 反向输出或是新方向，仍面临合规与竞争压力。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SIGNAL ·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768102"/>
            <a:ext cx="829066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拼合规的阶段到了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255663"/>
            <a:ext cx="829066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财经 2026.05.28：多家民间中转站关闭支付渠道；名人背景平台声明「不面向中国大陆用户」。混乱近三个月后，行业进入收缩期。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2075855"/>
            <a:ext cx="8128099" cy="1076623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2253555"/>
            <a:ext cx="79281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个人与小团队：已经没有搞头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651" y="2615505"/>
            <a:ext cx="7928152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21世纪经济报道 · 垦丁律所麻策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· 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768102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400"/>
              </a:spcAft>
              <a:buNone/>
            </a:pPr>
            <a:r>
              <a:rPr lang="en-US" sz="3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法律风险 · 竞争挤压 · 模式失效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72493"/>
            <a:ext cx="829066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上海首例刑拘划出红线；海外模型无法备案使合规基本不可能；国产降价与大玩家补贴持续收窄利润空间。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57200"/>
            <a:ext cx="829066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768102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4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窗口已关。转向合规能力。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72493"/>
            <a:ext cx="8290661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刑事红线已划出 · 02 合规结构性障碍 · 03 商业窗口关闭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807964"/>
            <a:ext cx="829066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有资源机构可探索国产 Token 出海、私有化部署，或退出大陆市场。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148780"/>
            <a:ext cx="829066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报告日期 · 2026.05.29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中国 AI 中转站 Token 业务调研</dc:title>
  <dc:subject>PptxGenJS Presentation</dc:subject>
  <dc:creator>ppt-skill-test</dc:creator>
  <cp:lastModifiedBy>ppt-skill-test</cp:lastModifiedBy>
  <cp:revision>1</cp:revision>
  <dcterms:created xsi:type="dcterms:W3CDTF">2026-05-31T14:11:02Z</dcterms:created>
  <dcterms:modified xsi:type="dcterms:W3CDTF">2026-05-31T14:11:02Z</dcterms:modified>
</cp:coreProperties>
</file>