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FEASIBILITY · TOKEN RESALE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351276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IKB · 26.05.31 · 01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· TOKEN RESALE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138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中国 AI 中转站 Token 业务 深度调研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813816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0"/>
            <a:ext cx="69174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从野蛮生长到合规洗牌——法律、商业与竞争的三重挤压。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核心结论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351276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748710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灰色入局风险极高，合规窗口已基本关闭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3108960"/>
            <a:ext cx="7161581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头部月流水可达 500 万、毛利率 50% 的表象，建立在模型替换、Token 虚报与数据倒卖之上；正规经营毛利率普遍不足 20%。国产模型价格仅为 GPT 的 1/10，叠加孙宇晨、傅盛、特朗普家族等大玩家入场，个人与小团队的套利窗口已关闭。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351276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系统性无法取得完整合规身份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621280" cy="198882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435608"/>
            <a:ext cx="2401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电信经营许可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828800"/>
            <a:ext cx="2401824" cy="139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须取得 ICP/EDI 等增值电信许可；无证经营达入罪标准可构成非法经营罪。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325880"/>
            <a:ext cx="2621280" cy="198882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1088" y="1435608"/>
            <a:ext cx="2401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生成式 AI 备案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71088" y="1828800"/>
            <a:ext cx="2401824" cy="139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OpenAI、Anthropic 等海外模型未在中国备案，中转站客观上无法走通备案程序。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19800" y="1325880"/>
            <a:ext cx="2621280" cy="198882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9528" y="1435608"/>
            <a:ext cx="2401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数据出境评估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9528" y="1828800"/>
            <a:ext cx="2401824" cy="139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用户请求路由至境外模型构成数据出境，达规模须履行安全评估或标准合同。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51860"/>
            <a:ext cx="2621280" cy="1988820"/>
          </a:xfrm>
          <a:prstGeom prst="rect">
            <a:avLst/>
          </a:prstGeom>
          <a:solidFill>
            <a:srgbClr val="002FA7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561588"/>
            <a:ext cx="2401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上海首例刑拘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" y="3954780"/>
            <a:ext cx="2401824" cy="139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5 月站长被刑拘 37 天，涉嫌非法经营罪——刑事风险已兑现。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1360" y="3451860"/>
            <a:ext cx="2621280" cy="198882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1088" y="3561588"/>
            <a:ext cx="2401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平台协议违规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71088" y="3954780"/>
            <a:ext cx="2401824" cy="139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OpenAI/Anthropic 禁止 API 转售；账号池轮询本质违反使用协议。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19800" y="3451860"/>
            <a:ext cx="2621280" cy="198882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9528" y="3561588"/>
            <a:ext cx="2401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个人信息风险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9528" y="3954780"/>
            <a:ext cx="2401824" cy="139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出售 API 日志可能触犯侵犯公民个人信息罪，去标识后仍可能构成个人信息。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商业模式分层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351276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暴利表象下的灰色根基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62856" y="1234440"/>
            <a:ext cx="18288" cy="3474720"/>
          </a:xfrm>
          <a:prstGeom prst="rect">
            <a:avLst/>
          </a:prstGeom>
          <a:solidFill>
            <a:srgbClr val="D4D4D2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正规档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企业批量采购 转零售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类似 OpenRouter、Cursor 大客户模式；毛利率普遍不足 20%，合规成本高。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对公发票与资质投入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无法与灰色低价竞争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劣币驱逐良币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灰色档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号池套利 模型替换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2331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美元 Claude 账号可拆分套利至 2000–5000 美元；违规小作坊毛利率常超 50%。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31546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订阅-API 差价套利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虚报与缓存截留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用户对话数据倒卖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关键数字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351276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经济的规模与失真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138160" cy="9144"/>
          </a:xfrm>
          <a:prstGeom prst="rect">
            <a:avLst/>
          </a:prstGeom>
          <a:solidFill>
            <a:srgbClr val="D4D4D2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头部中转站项目，毛利率约50%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331720" y="134416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月流水（投资人透露）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138160" cy="9144"/>
          </a:xfrm>
          <a:prstGeom prst="rect">
            <a:avLst/>
          </a:prstGeom>
          <a:solidFill>
            <a:srgbClr val="D4D4D2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128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DeepSeekAPI仅为GPT系列1/10，削弱中转刚需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31720" y="221284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国产模型价格倍率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971800"/>
            <a:ext cx="8138160" cy="9144"/>
          </a:xfrm>
          <a:prstGeom prst="rect">
            <a:avLst/>
          </a:prstGeom>
          <a:solidFill>
            <a:srgbClr val="D4D4D2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8152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TokenNav统计，国内外至少92个类似产品在运营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331720" y="308152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同类产品数量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8138160" cy="9144"/>
          </a:xfrm>
          <a:prstGeom prst="rect">
            <a:avLst/>
          </a:prstGeom>
          <a:solidFill>
            <a:srgbClr val="D4D4D2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5020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CISPA2026论文：逾四成端点模型与宣称不符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331720" y="395020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模型指纹验证失败率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年 5 月 · 名人资本密集入局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351276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草根时代终结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8138160" cy="9144"/>
          </a:xfrm>
          <a:prstGeom prst="rect">
            <a:avLst/>
          </a:prstGeom>
          <a:solidFill>
            <a:srgbClr val="D4D4D2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2788920"/>
            <a:ext cx="109728" cy="10972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148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05.01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孙宇晨 B.AI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2788920"/>
            <a:ext cx="109728" cy="10972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3063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F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05.01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12848" y="32644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傅盛 EasyRouter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788920"/>
            <a:ext cx="109728" cy="10972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148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05.05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0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 WLFI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2472" y="2788920"/>
            <a:ext cx="109728" cy="10972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5272" y="3063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68112" y="32644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 One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0104" y="2788920"/>
            <a:ext cx="109728" cy="10972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2904" y="2148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F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95744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国产模型崛起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三条路径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351276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2560320" cy="39776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均前景 黯淡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46120" y="777240"/>
            <a:ext cx="5394960" cy="118872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868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31920" y="886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纯灰色运营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2161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高暴利、高刑事风险；监管已从默许进入主动执法，预期收益被上升风险吞噬。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5394960" cy="118872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2212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合规化运营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54203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备案结构性不可能；合规成本进一步压缩本已微薄的 20% 毛利。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429000"/>
            <a:ext cx="5394960" cy="118872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931920" y="3538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转型出海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386791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 Token 反向输出海外或是新方向，但同样面临合规与竞争压力。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21世纪经济报道 · 垦丁律所麻策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351276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906317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拼合规的 阶段到了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34763" y="777240"/>
            <a:ext cx="390631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财经 2026.05.28：多家民间中转站关闭支付渠道；名人背景平台挂出「不面向中国大陆用户」声明。混乱近三个月后，行业进入收缩期。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886200"/>
            <a:ext cx="61036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个人与小团队：已经没有搞头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351276" y="256032"/>
            <a:ext cx="5289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748710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法律风险 · 竞争挤压 · 模式失效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3108960"/>
            <a:ext cx="7161581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年在中国做 AI 中转站卖 Token，面临三重挤压。上海首例刑拘划出红线；海外模型无法备案使合规基本不可能；国产降价与大玩家补贴持续收窄利润空间。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38176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窗口已关。 转向 合规能力。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0"/>
            <a:ext cx="38176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有资源的机构或可探索国产 Token 出海、私有化部署，或完全退出大陆市场。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685800"/>
            <a:ext cx="3886200" cy="9144"/>
          </a:xfrm>
          <a:prstGeom prst="rect">
            <a:avLst/>
          </a:prstGeom>
          <a:solidFill>
            <a:srgbClr val="D4D4D2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758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49240" y="7315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刑事红线已划出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49240" y="10972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上海首例刑拘表明灰色运营不再处于观察期。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886200" cy="9144"/>
          </a:xfrm>
          <a:prstGeom prst="rect">
            <a:avLst/>
          </a:prstGeom>
          <a:solidFill>
            <a:srgbClr val="D4D4D2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0848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240" y="2057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合规结构性障碍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24231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海外模型未备案，中转站无法取得完整合规身份。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3886200" cy="9144"/>
          </a:xfrm>
          <a:prstGeom prst="rect">
            <a:avLst/>
          </a:prstGeom>
          <a:solidFill>
            <a:srgbClr val="D4D4D2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4107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3383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商业窗口关闭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3749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国产降价 + 大玩家入场 + 开源消除壁垒，个人套利时代结束。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中国 AI 中转站 Token 业务调研</dc:title>
  <dc:subject>PptxGenJS Presentation</dc:subject>
  <dc:creator>guizang-export-editable</dc:creator>
  <cp:lastModifiedBy>guizang-export-editable</cp:lastModifiedBy>
  <cp:revision>1</cp:revision>
  <dcterms:created xsi:type="dcterms:W3CDTF">2026-05-31T14:25:42Z</dcterms:created>
  <dcterms:modified xsi:type="dcterms:W3CDTF">2026-05-31T14:25:42Z</dcterms:modified>
</cp:coreProperties>
</file>