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ven/space/easy/osinttools/data/ohmyppt-test/output/.pptx-capture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ai-relay-station-ohmyppt</dc:title>
  <dc:subject>PptxGenJS Presentation</dc:subject>
  <dc:creator>OhMyPPT</dc:creator>
  <cp:lastModifiedBy>OhMyPPT</cp:lastModifiedBy>
  <cp:revision>1</cp:revision>
  <dcterms:created xsi:type="dcterms:W3CDTF">2026-05-31T18:48:04Z</dcterms:created>
  <dcterms:modified xsi:type="dcterms:W3CDTF">2026-05-31T18:48:04Z</dcterms:modified>
</cp:coreProperties>
</file>